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3" r:id="rId4"/>
    <p:sldId id="270" r:id="rId5"/>
    <p:sldId id="273" r:id="rId6"/>
    <p:sldId id="275" r:id="rId7"/>
    <p:sldId id="274" r:id="rId8"/>
    <p:sldId id="261" r:id="rId9"/>
    <p:sldId id="284" r:id="rId10"/>
    <p:sldId id="286" r:id="rId11"/>
    <p:sldId id="288" r:id="rId12"/>
    <p:sldId id="289" r:id="rId13"/>
    <p:sldId id="267" r:id="rId14"/>
    <p:sldId id="290" r:id="rId15"/>
    <p:sldId id="25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6C313AD-BA73-4ED3-AA48-D37938EC7274}">
          <p14:sldIdLst>
            <p14:sldId id="256"/>
            <p14:sldId id="257"/>
            <p14:sldId id="283"/>
            <p14:sldId id="270"/>
            <p14:sldId id="273"/>
            <p14:sldId id="275"/>
            <p14:sldId id="274"/>
            <p14:sldId id="261"/>
            <p14:sldId id="284"/>
            <p14:sldId id="286"/>
            <p14:sldId id="288"/>
          </p14:sldIdLst>
        </p14:section>
        <p14:section name="Untitled Section" id="{5CB36B4E-36F5-4F7B-997D-64B37926CD6F}">
          <p14:sldIdLst>
            <p14:sldId id="289"/>
            <p14:sldId id="267"/>
            <p14:sldId id="29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pelli Lakshman" userId="bbc9c61d8eb0f04b" providerId="LiveId" clId="{7567F1FD-8A17-4855-85C0-89AC78F8B21A}"/>
    <pc:docChg chg="undo redo custSel addSld delSld modSld sldOrd">
      <pc:chgData name="Marapelli Lakshman" userId="bbc9c61d8eb0f04b" providerId="LiveId" clId="{7567F1FD-8A17-4855-85C0-89AC78F8B21A}" dt="2026-01-02T10:30:40.838" v="879"/>
      <pc:docMkLst>
        <pc:docMk/>
      </pc:docMkLst>
      <pc:sldChg chg="modSp mod">
        <pc:chgData name="Marapelli Lakshman" userId="bbc9c61d8eb0f04b" providerId="LiveId" clId="{7567F1FD-8A17-4855-85C0-89AC78F8B21A}" dt="2026-01-02T07:03:37.382" v="219" actId="20577"/>
        <pc:sldMkLst>
          <pc:docMk/>
          <pc:sldMk cId="0" sldId="256"/>
        </pc:sldMkLst>
        <pc:spChg chg="mod">
          <ac:chgData name="Marapelli Lakshman" userId="bbc9c61d8eb0f04b" providerId="LiveId" clId="{7567F1FD-8A17-4855-85C0-89AC78F8B21A}" dt="2026-01-02T07:03:37.382" v="219" actId="20577"/>
          <ac:spMkLst>
            <pc:docMk/>
            <pc:sldMk cId="0" sldId="256"/>
            <ac:spMk id="7" creationId="{78B9D407-0B24-7947-F296-ABC3324B7AB0}"/>
          </ac:spMkLst>
        </pc:spChg>
      </pc:sldChg>
      <pc:sldChg chg="addSp delSp modSp mod">
        <pc:chgData name="Marapelli Lakshman" userId="bbc9c61d8eb0f04b" providerId="LiveId" clId="{7567F1FD-8A17-4855-85C0-89AC78F8B21A}" dt="2026-01-02T07:46:05.278" v="424" actId="14100"/>
        <pc:sldMkLst>
          <pc:docMk/>
          <pc:sldMk cId="0" sldId="257"/>
        </pc:sldMkLst>
        <pc:spChg chg="add mod">
          <ac:chgData name="Marapelli Lakshman" userId="bbc9c61d8eb0f04b" providerId="LiveId" clId="{7567F1FD-8A17-4855-85C0-89AC78F8B21A}" dt="2026-01-02T07:46:05.278" v="424" actId="14100"/>
          <ac:spMkLst>
            <pc:docMk/>
            <pc:sldMk cId="0" sldId="257"/>
            <ac:spMk id="3" creationId="{A88860D6-0A4F-2244-2FC6-295E0B808824}"/>
          </ac:spMkLst>
        </pc:spChg>
        <pc:spChg chg="del mod">
          <ac:chgData name="Marapelli Lakshman" userId="bbc9c61d8eb0f04b" providerId="LiveId" clId="{7567F1FD-8A17-4855-85C0-89AC78F8B21A}" dt="2026-01-02T07:45:35.441" v="421"/>
          <ac:spMkLst>
            <pc:docMk/>
            <pc:sldMk cId="0" sldId="257"/>
            <ac:spMk id="104" creationId="{00000000-0000-0000-0000-000000000000}"/>
          </ac:spMkLst>
        </pc:spChg>
      </pc:sldChg>
      <pc:sldChg chg="addSp delSp modSp mod">
        <pc:chgData name="Marapelli Lakshman" userId="bbc9c61d8eb0f04b" providerId="LiveId" clId="{7567F1FD-8A17-4855-85C0-89AC78F8B21A}" dt="2026-01-02T08:00:32.141" v="448" actId="931"/>
        <pc:sldMkLst>
          <pc:docMk/>
          <pc:sldMk cId="1487066325" sldId="261"/>
        </pc:sldMkLst>
        <pc:spChg chg="mod">
          <ac:chgData name="Marapelli Lakshman" userId="bbc9c61d8eb0f04b" providerId="LiveId" clId="{7567F1FD-8A17-4855-85C0-89AC78F8B21A}" dt="2026-01-02T07:50:17.591" v="447" actId="255"/>
          <ac:spMkLst>
            <pc:docMk/>
            <pc:sldMk cId="1487066325" sldId="261"/>
            <ac:spMk id="2" creationId="{EBBB351C-A8CA-8A39-6BBB-F044118F46AB}"/>
          </ac:spMkLst>
        </pc:spChg>
        <pc:graphicFrameChg chg="del">
          <ac:chgData name="Marapelli Lakshman" userId="bbc9c61d8eb0f04b" providerId="LiveId" clId="{7567F1FD-8A17-4855-85C0-89AC78F8B21A}" dt="2026-01-02T07:50:09.910" v="446" actId="478"/>
          <ac:graphicFrameMkLst>
            <pc:docMk/>
            <pc:sldMk cId="1487066325" sldId="261"/>
            <ac:graphicFrameMk id="3" creationId="{00000000-0000-0000-0000-000000000000}"/>
          </ac:graphicFrameMkLst>
        </pc:graphicFrameChg>
        <pc:picChg chg="add mod">
          <ac:chgData name="Marapelli Lakshman" userId="bbc9c61d8eb0f04b" providerId="LiveId" clId="{7567F1FD-8A17-4855-85C0-89AC78F8B21A}" dt="2026-01-02T08:00:32.141" v="448" actId="931"/>
          <ac:picMkLst>
            <pc:docMk/>
            <pc:sldMk cId="1487066325" sldId="261"/>
            <ac:picMk id="6" creationId="{FC91B39B-51FD-3A72-577F-E43CF6FF0415}"/>
          </ac:picMkLst>
        </pc:picChg>
      </pc:sldChg>
      <pc:sldChg chg="addSp delSp modSp mod">
        <pc:chgData name="Marapelli Lakshman" userId="bbc9c61d8eb0f04b" providerId="LiveId" clId="{7567F1FD-8A17-4855-85C0-89AC78F8B21A}" dt="2026-01-02T08:12:15.048" v="571" actId="20577"/>
        <pc:sldMkLst>
          <pc:docMk/>
          <pc:sldMk cId="2899627558" sldId="265"/>
        </pc:sldMkLst>
        <pc:spChg chg="del">
          <ac:chgData name="Marapelli Lakshman" userId="bbc9c61d8eb0f04b" providerId="LiveId" clId="{7567F1FD-8A17-4855-85C0-89AC78F8B21A}" dt="2026-01-02T08:01:49.471" v="449" actId="478"/>
          <ac:spMkLst>
            <pc:docMk/>
            <pc:sldMk cId="2899627558" sldId="265"/>
            <ac:spMk id="2" creationId="{9699CADC-3990-53CA-6DA1-73090CB3CC74}"/>
          </ac:spMkLst>
        </pc:spChg>
        <pc:spChg chg="add mod">
          <ac:chgData name="Marapelli Lakshman" userId="bbc9c61d8eb0f04b" providerId="LiveId" clId="{7567F1FD-8A17-4855-85C0-89AC78F8B21A}" dt="2026-01-02T08:06:51.223" v="454" actId="207"/>
          <ac:spMkLst>
            <pc:docMk/>
            <pc:sldMk cId="2899627558" sldId="265"/>
            <ac:spMk id="4" creationId="{B130A76C-4BBA-DD4A-3BCF-4F1632968E49}"/>
          </ac:spMkLst>
        </pc:spChg>
        <pc:spChg chg="add mod">
          <ac:chgData name="Marapelli Lakshman" userId="bbc9c61d8eb0f04b" providerId="LiveId" clId="{7567F1FD-8A17-4855-85C0-89AC78F8B21A}" dt="2026-01-02T08:12:15.048" v="571" actId="20577"/>
          <ac:spMkLst>
            <pc:docMk/>
            <pc:sldMk cId="2899627558" sldId="265"/>
            <ac:spMk id="6" creationId="{BE0FBC04-8EDB-DA38-7ADF-51130F6DEED1}"/>
          </ac:spMkLst>
        </pc:spChg>
        <pc:picChg chg="del">
          <ac:chgData name="Marapelli Lakshman" userId="bbc9c61d8eb0f04b" providerId="LiveId" clId="{7567F1FD-8A17-4855-85C0-89AC78F8B21A}" dt="2026-01-02T08:01:51.463" v="450" actId="478"/>
          <ac:picMkLst>
            <pc:docMk/>
            <pc:sldMk cId="2899627558" sldId="265"/>
            <ac:picMk id="5" creationId="{720692CB-CBC6-C3F5-1811-DEA89E75AD04}"/>
          </ac:picMkLst>
        </pc:picChg>
      </pc:sldChg>
      <pc:sldChg chg="addSp delSp modSp del mod">
        <pc:chgData name="Marapelli Lakshman" userId="bbc9c61d8eb0f04b" providerId="LiveId" clId="{7567F1FD-8A17-4855-85C0-89AC78F8B21A}" dt="2026-01-02T07:49:52.825" v="438" actId="47"/>
        <pc:sldMkLst>
          <pc:docMk/>
          <pc:sldMk cId="3882502170" sldId="268"/>
        </pc:sldMkLst>
        <pc:spChg chg="add del mod">
          <ac:chgData name="Marapelli Lakshman" userId="bbc9c61d8eb0f04b" providerId="LiveId" clId="{7567F1FD-8A17-4855-85C0-89AC78F8B21A}" dt="2026-01-02T07:45:22.024" v="418"/>
          <ac:spMkLst>
            <pc:docMk/>
            <pc:sldMk cId="3882502170" sldId="268"/>
            <ac:spMk id="4" creationId="{C15EC3AB-6A25-51C6-6AA0-B84D5393EE3D}"/>
          </ac:spMkLst>
        </pc:spChg>
      </pc:sldChg>
      <pc:sldChg chg="modSp mod">
        <pc:chgData name="Marapelli Lakshman" userId="bbc9c61d8eb0f04b" providerId="LiveId" clId="{7567F1FD-8A17-4855-85C0-89AC78F8B21A}" dt="2026-01-02T06:45:17.804" v="3" actId="113"/>
        <pc:sldMkLst>
          <pc:docMk/>
          <pc:sldMk cId="2905717619" sldId="270"/>
        </pc:sldMkLst>
        <pc:spChg chg="mod">
          <ac:chgData name="Marapelli Lakshman" userId="bbc9c61d8eb0f04b" providerId="LiveId" clId="{7567F1FD-8A17-4855-85C0-89AC78F8B21A}" dt="2026-01-02T06:45:17.804" v="3" actId="113"/>
          <ac:spMkLst>
            <pc:docMk/>
            <pc:sldMk cId="2905717619" sldId="270"/>
            <ac:spMk id="6" creationId="{D643A413-3D0A-4916-F229-22C4F5D1A067}"/>
          </ac:spMkLst>
        </pc:spChg>
      </pc:sldChg>
      <pc:sldChg chg="modSp mod ord">
        <pc:chgData name="Marapelli Lakshman" userId="bbc9c61d8eb0f04b" providerId="LiveId" clId="{7567F1FD-8A17-4855-85C0-89AC78F8B21A}" dt="2026-01-02T10:30:40.838" v="879"/>
        <pc:sldMkLst>
          <pc:docMk/>
          <pc:sldMk cId="534523144" sldId="273"/>
        </pc:sldMkLst>
        <pc:spChg chg="mod">
          <ac:chgData name="Marapelli Lakshman" userId="bbc9c61d8eb0f04b" providerId="LiveId" clId="{7567F1FD-8A17-4855-85C0-89AC78F8B21A}" dt="2026-01-02T06:53:37.623" v="31" actId="12"/>
          <ac:spMkLst>
            <pc:docMk/>
            <pc:sldMk cId="534523144" sldId="273"/>
            <ac:spMk id="4" creationId="{7EEA875F-86D5-4C2E-9097-F8BF038B2B85}"/>
          </ac:spMkLst>
        </pc:spChg>
      </pc:sldChg>
      <pc:sldChg chg="addSp delSp modSp mod">
        <pc:chgData name="Marapelli Lakshman" userId="bbc9c61d8eb0f04b" providerId="LiveId" clId="{7567F1FD-8A17-4855-85C0-89AC78F8B21A}" dt="2026-01-02T07:49:04.838" v="437" actId="1076"/>
        <pc:sldMkLst>
          <pc:docMk/>
          <pc:sldMk cId="54027530" sldId="274"/>
        </pc:sldMkLst>
        <pc:spChg chg="mod">
          <ac:chgData name="Marapelli Lakshman" userId="bbc9c61d8eb0f04b" providerId="LiveId" clId="{7567F1FD-8A17-4855-85C0-89AC78F8B21A}" dt="2026-01-02T07:39:28.941" v="342"/>
          <ac:spMkLst>
            <pc:docMk/>
            <pc:sldMk cId="54027530" sldId="274"/>
            <ac:spMk id="2" creationId="{995D78BC-AC3E-2AC4-64DB-F764700D70D3}"/>
          </ac:spMkLst>
        </pc:spChg>
        <pc:spChg chg="add del mod">
          <ac:chgData name="Marapelli Lakshman" userId="bbc9c61d8eb0f04b" providerId="LiveId" clId="{7567F1FD-8A17-4855-85C0-89AC78F8B21A}" dt="2026-01-02T07:23:16.512" v="252"/>
          <ac:spMkLst>
            <pc:docMk/>
            <pc:sldMk cId="54027530" sldId="274"/>
            <ac:spMk id="3" creationId="{95952390-FC8F-3F85-A7DC-F08FF79E8DF8}"/>
          </ac:spMkLst>
        </pc:spChg>
        <pc:spChg chg="del mod">
          <ac:chgData name="Marapelli Lakshman" userId="bbc9c61d8eb0f04b" providerId="LiveId" clId="{7567F1FD-8A17-4855-85C0-89AC78F8B21A}" dt="2026-01-02T07:21:25.194" v="235" actId="21"/>
          <ac:spMkLst>
            <pc:docMk/>
            <pc:sldMk cId="54027530" sldId="274"/>
            <ac:spMk id="5" creationId="{A571ED0F-ECCC-D38B-7716-9A53117F8F07}"/>
          </ac:spMkLst>
        </pc:spChg>
        <pc:spChg chg="del mod">
          <ac:chgData name="Marapelli Lakshman" userId="bbc9c61d8eb0f04b" providerId="LiveId" clId="{7567F1FD-8A17-4855-85C0-89AC78F8B21A}" dt="2026-01-02T07:21:12.075" v="233"/>
          <ac:spMkLst>
            <pc:docMk/>
            <pc:sldMk cId="54027530" sldId="274"/>
            <ac:spMk id="6" creationId="{5DB19D43-3E87-4DFF-FBD4-97A420F32DDE}"/>
          </ac:spMkLst>
        </pc:spChg>
        <pc:spChg chg="add mod">
          <ac:chgData name="Marapelli Lakshman" userId="bbc9c61d8eb0f04b" providerId="LiveId" clId="{7567F1FD-8A17-4855-85C0-89AC78F8B21A}" dt="2026-01-02T07:47:36.162" v="425" actId="1076"/>
          <ac:spMkLst>
            <pc:docMk/>
            <pc:sldMk cId="54027530" sldId="274"/>
            <ac:spMk id="8" creationId="{9A2CCAA9-13B8-6A25-DAE3-79EBFB02F6A5}"/>
          </ac:spMkLst>
        </pc:spChg>
        <pc:spChg chg="add mod">
          <ac:chgData name="Marapelli Lakshman" userId="bbc9c61d8eb0f04b" providerId="LiveId" clId="{7567F1FD-8A17-4855-85C0-89AC78F8B21A}" dt="2026-01-02T07:48:59.384" v="435" actId="207"/>
          <ac:spMkLst>
            <pc:docMk/>
            <pc:sldMk cId="54027530" sldId="274"/>
            <ac:spMk id="11" creationId="{07DD9A9A-6BDE-1F22-7144-A4CD5FFC76AF}"/>
          </ac:spMkLst>
        </pc:spChg>
        <pc:spChg chg="add mod">
          <ac:chgData name="Marapelli Lakshman" userId="bbc9c61d8eb0f04b" providerId="LiveId" clId="{7567F1FD-8A17-4855-85C0-89AC78F8B21A}" dt="2026-01-02T07:48:59.046" v="434" actId="207"/>
          <ac:spMkLst>
            <pc:docMk/>
            <pc:sldMk cId="54027530" sldId="274"/>
            <ac:spMk id="13" creationId="{4D0AA0E2-0237-E127-78CD-0F01D24B8D08}"/>
          </ac:spMkLst>
        </pc:spChg>
        <pc:spChg chg="add mod">
          <ac:chgData name="Marapelli Lakshman" userId="bbc9c61d8eb0f04b" providerId="LiveId" clId="{7567F1FD-8A17-4855-85C0-89AC78F8B21A}" dt="2026-01-02T07:49:04.838" v="437" actId="1076"/>
          <ac:spMkLst>
            <pc:docMk/>
            <pc:sldMk cId="54027530" sldId="274"/>
            <ac:spMk id="15" creationId="{FA2053D8-4D00-02CB-11A0-D3278CC00BD1}"/>
          </ac:spMkLst>
        </pc:spChg>
        <pc:spChg chg="add mod">
          <ac:chgData name="Marapelli Lakshman" userId="bbc9c61d8eb0f04b" providerId="LiveId" clId="{7567F1FD-8A17-4855-85C0-89AC78F8B21A}" dt="2026-01-02T07:47:40.758" v="426" actId="1076"/>
          <ac:spMkLst>
            <pc:docMk/>
            <pc:sldMk cId="54027530" sldId="274"/>
            <ac:spMk id="17" creationId="{A55169FC-F503-4E98-B620-304BDFF745A4}"/>
          </ac:spMkLst>
        </pc:spChg>
        <pc:spChg chg="add mod">
          <ac:chgData name="Marapelli Lakshman" userId="bbc9c61d8eb0f04b" providerId="LiveId" clId="{7567F1FD-8A17-4855-85C0-89AC78F8B21A}" dt="2026-01-02T07:42:50.299" v="349" actId="1076"/>
          <ac:spMkLst>
            <pc:docMk/>
            <pc:sldMk cId="54027530" sldId="274"/>
            <ac:spMk id="19" creationId="{5D720E49-7178-252E-2272-79BC24A90624}"/>
          </ac:spMkLst>
        </pc:spChg>
        <pc:graphicFrameChg chg="del">
          <ac:chgData name="Marapelli Lakshman" userId="bbc9c61d8eb0f04b" providerId="LiveId" clId="{7567F1FD-8A17-4855-85C0-89AC78F8B21A}" dt="2026-01-02T07:21:12.075" v="231" actId="478"/>
          <ac:graphicFrameMkLst>
            <pc:docMk/>
            <pc:sldMk cId="54027530" sldId="274"/>
            <ac:graphicFrameMk id="7" creationId="{A41CCF86-0213-9598-2690-0756076B1375}"/>
          </ac:graphicFrameMkLst>
        </pc:graphicFrameChg>
        <pc:graphicFrameChg chg="del">
          <ac:chgData name="Marapelli Lakshman" userId="bbc9c61d8eb0f04b" providerId="LiveId" clId="{7567F1FD-8A17-4855-85C0-89AC78F8B21A}" dt="2026-01-02T07:21:14.488" v="234" actId="478"/>
          <ac:graphicFrameMkLst>
            <pc:docMk/>
            <pc:sldMk cId="54027530" sldId="274"/>
            <ac:graphicFrameMk id="9" creationId="{121135AA-220D-4AC7-BD17-41E846FE2856}"/>
          </ac:graphicFrameMkLst>
        </pc:graphicFrameChg>
      </pc:sldChg>
      <pc:sldChg chg="addSp delSp modSp mod">
        <pc:chgData name="Marapelli Lakshman" userId="bbc9c61d8eb0f04b" providerId="LiveId" clId="{7567F1FD-8A17-4855-85C0-89AC78F8B21A}" dt="2026-01-02T07:04:10.349" v="226" actId="20577"/>
        <pc:sldMkLst>
          <pc:docMk/>
          <pc:sldMk cId="3628564107" sldId="275"/>
        </pc:sldMkLst>
        <pc:spChg chg="mod">
          <ac:chgData name="Marapelli Lakshman" userId="bbc9c61d8eb0f04b" providerId="LiveId" clId="{7567F1FD-8A17-4855-85C0-89AC78F8B21A}" dt="2026-01-02T07:04:10.349" v="226" actId="20577"/>
          <ac:spMkLst>
            <pc:docMk/>
            <pc:sldMk cId="3628564107" sldId="275"/>
            <ac:spMk id="2" creationId="{7D18D572-E146-15CF-D6FF-A66936CCEB98}"/>
          </ac:spMkLst>
        </pc:spChg>
        <pc:spChg chg="mod">
          <ac:chgData name="Marapelli Lakshman" userId="bbc9c61d8eb0f04b" providerId="LiveId" clId="{7567F1FD-8A17-4855-85C0-89AC78F8B21A}" dt="2026-01-02T06:59:37.682" v="145" actId="20577"/>
          <ac:spMkLst>
            <pc:docMk/>
            <pc:sldMk cId="3628564107" sldId="275"/>
            <ac:spMk id="7" creationId="{064D857E-E150-AAB9-427C-01E098B90DFF}"/>
          </ac:spMkLst>
        </pc:spChg>
        <pc:graphicFrameChg chg="del modGraphic">
          <ac:chgData name="Marapelli Lakshman" userId="bbc9c61d8eb0f04b" providerId="LiveId" clId="{7567F1FD-8A17-4855-85C0-89AC78F8B21A}" dt="2026-01-02T06:57:37.644" v="118" actId="478"/>
          <ac:graphicFrameMkLst>
            <pc:docMk/>
            <pc:sldMk cId="3628564107" sldId="275"/>
            <ac:graphicFrameMk id="4" creationId="{CCE08EAE-37DC-8CE3-46F0-756D3A6A7561}"/>
          </ac:graphicFrameMkLst>
        </pc:graphicFrameChg>
        <pc:picChg chg="add mod">
          <ac:chgData name="Marapelli Lakshman" userId="bbc9c61d8eb0f04b" providerId="LiveId" clId="{7567F1FD-8A17-4855-85C0-89AC78F8B21A}" dt="2026-01-02T06:59:26.893" v="126" actId="1076"/>
          <ac:picMkLst>
            <pc:docMk/>
            <pc:sldMk cId="3628564107" sldId="275"/>
            <ac:picMk id="5" creationId="{16C7A83B-5E05-C162-3359-DE1E422E0A96}"/>
          </ac:picMkLst>
        </pc:picChg>
      </pc:sldChg>
      <pc:sldChg chg="del">
        <pc:chgData name="Marapelli Lakshman" userId="bbc9c61d8eb0f04b" providerId="LiveId" clId="{7567F1FD-8A17-4855-85C0-89AC78F8B21A}" dt="2026-01-02T07:49:55.728" v="440" actId="47"/>
        <pc:sldMkLst>
          <pc:docMk/>
          <pc:sldMk cId="2890376754" sldId="276"/>
        </pc:sldMkLst>
      </pc:sldChg>
      <pc:sldChg chg="del">
        <pc:chgData name="Marapelli Lakshman" userId="bbc9c61d8eb0f04b" providerId="LiveId" clId="{7567F1FD-8A17-4855-85C0-89AC78F8B21A}" dt="2026-01-02T07:49:58.467" v="442" actId="47"/>
        <pc:sldMkLst>
          <pc:docMk/>
          <pc:sldMk cId="3041575456" sldId="277"/>
        </pc:sldMkLst>
      </pc:sldChg>
      <pc:sldChg chg="del">
        <pc:chgData name="Marapelli Lakshman" userId="bbc9c61d8eb0f04b" providerId="LiveId" clId="{7567F1FD-8A17-4855-85C0-89AC78F8B21A}" dt="2026-01-02T07:50:02.647" v="445" actId="47"/>
        <pc:sldMkLst>
          <pc:docMk/>
          <pc:sldMk cId="2733872302" sldId="278"/>
        </pc:sldMkLst>
      </pc:sldChg>
      <pc:sldChg chg="del">
        <pc:chgData name="Marapelli Lakshman" userId="bbc9c61d8eb0f04b" providerId="LiveId" clId="{7567F1FD-8A17-4855-85C0-89AC78F8B21A}" dt="2026-01-02T07:49:54.079" v="439" actId="47"/>
        <pc:sldMkLst>
          <pc:docMk/>
          <pc:sldMk cId="3011091172" sldId="279"/>
        </pc:sldMkLst>
      </pc:sldChg>
      <pc:sldChg chg="del">
        <pc:chgData name="Marapelli Lakshman" userId="bbc9c61d8eb0f04b" providerId="LiveId" clId="{7567F1FD-8A17-4855-85C0-89AC78F8B21A}" dt="2026-01-02T07:49:57.197" v="441" actId="47"/>
        <pc:sldMkLst>
          <pc:docMk/>
          <pc:sldMk cId="1249142705" sldId="280"/>
        </pc:sldMkLst>
      </pc:sldChg>
      <pc:sldChg chg="del">
        <pc:chgData name="Marapelli Lakshman" userId="bbc9c61d8eb0f04b" providerId="LiveId" clId="{7567F1FD-8A17-4855-85C0-89AC78F8B21A}" dt="2026-01-02T07:50:00.173" v="443" actId="47"/>
        <pc:sldMkLst>
          <pc:docMk/>
          <pc:sldMk cId="1583885388" sldId="281"/>
        </pc:sldMkLst>
      </pc:sldChg>
      <pc:sldChg chg="del">
        <pc:chgData name="Marapelli Lakshman" userId="bbc9c61d8eb0f04b" providerId="LiveId" clId="{7567F1FD-8A17-4855-85C0-89AC78F8B21A}" dt="2026-01-02T07:50:01.580" v="444" actId="47"/>
        <pc:sldMkLst>
          <pc:docMk/>
          <pc:sldMk cId="209688213" sldId="282"/>
        </pc:sldMkLst>
      </pc:sldChg>
      <pc:sldChg chg="modSp mod">
        <pc:chgData name="Marapelli Lakshman" userId="bbc9c61d8eb0f04b" providerId="LiveId" clId="{7567F1FD-8A17-4855-85C0-89AC78F8B21A}" dt="2026-01-02T07:44:26.060" v="414" actId="20577"/>
        <pc:sldMkLst>
          <pc:docMk/>
          <pc:sldMk cId="2251583615" sldId="283"/>
        </pc:sldMkLst>
        <pc:spChg chg="mod">
          <ac:chgData name="Marapelli Lakshman" userId="bbc9c61d8eb0f04b" providerId="LiveId" clId="{7567F1FD-8A17-4855-85C0-89AC78F8B21A}" dt="2026-01-02T07:44:26.060" v="414" actId="20577"/>
          <ac:spMkLst>
            <pc:docMk/>
            <pc:sldMk cId="2251583615" sldId="283"/>
            <ac:spMk id="3" creationId="{E58A2741-F22F-AD09-A859-82B84FC1D3C2}"/>
          </ac:spMkLst>
        </pc:spChg>
      </pc:sldChg>
      <pc:sldChg chg="addSp delSp modSp new mod">
        <pc:chgData name="Marapelli Lakshman" userId="bbc9c61d8eb0f04b" providerId="LiveId" clId="{7567F1FD-8A17-4855-85C0-89AC78F8B21A}" dt="2026-01-02T08:14:38.080" v="575" actId="931"/>
        <pc:sldMkLst>
          <pc:docMk/>
          <pc:sldMk cId="1419611791" sldId="284"/>
        </pc:sldMkLst>
        <pc:spChg chg="del">
          <ac:chgData name="Marapelli Lakshman" userId="bbc9c61d8eb0f04b" providerId="LiveId" clId="{7567F1FD-8A17-4855-85C0-89AC78F8B21A}" dt="2026-01-02T08:12:39.112" v="574" actId="21"/>
          <ac:spMkLst>
            <pc:docMk/>
            <pc:sldMk cId="1419611791" sldId="284"/>
            <ac:spMk id="2" creationId="{960305B4-DE61-B7A1-DAC0-72322817A769}"/>
          </ac:spMkLst>
        </pc:spChg>
        <pc:spChg chg="del">
          <ac:chgData name="Marapelli Lakshman" userId="bbc9c61d8eb0f04b" providerId="LiveId" clId="{7567F1FD-8A17-4855-85C0-89AC78F8B21A}" dt="2026-01-02T08:12:35.432" v="573" actId="21"/>
          <ac:spMkLst>
            <pc:docMk/>
            <pc:sldMk cId="1419611791" sldId="284"/>
            <ac:spMk id="3" creationId="{C8F629EA-8240-C74B-42C9-2295BA02F034}"/>
          </ac:spMkLst>
        </pc:spChg>
        <pc:picChg chg="add mod">
          <ac:chgData name="Marapelli Lakshman" userId="bbc9c61d8eb0f04b" providerId="LiveId" clId="{7567F1FD-8A17-4855-85C0-89AC78F8B21A}" dt="2026-01-02T08:14:38.080" v="575" actId="931"/>
          <ac:picMkLst>
            <pc:docMk/>
            <pc:sldMk cId="1419611791" sldId="284"/>
            <ac:picMk id="5" creationId="{E1F63C7B-512D-0178-D76B-07B848203FE5}"/>
          </ac:picMkLst>
        </pc:picChg>
      </pc:sldChg>
      <pc:sldChg chg="addSp delSp modSp new mod">
        <pc:chgData name="Marapelli Lakshman" userId="bbc9c61d8eb0f04b" providerId="LiveId" clId="{7567F1FD-8A17-4855-85C0-89AC78F8B21A}" dt="2026-01-02T08:31:17.691" v="877" actId="20577"/>
        <pc:sldMkLst>
          <pc:docMk/>
          <pc:sldMk cId="1194458677" sldId="285"/>
        </pc:sldMkLst>
        <pc:spChg chg="mod">
          <ac:chgData name="Marapelli Lakshman" userId="bbc9c61d8eb0f04b" providerId="LiveId" clId="{7567F1FD-8A17-4855-85C0-89AC78F8B21A}" dt="2026-01-02T08:15:50.446" v="584" actId="14100"/>
          <ac:spMkLst>
            <pc:docMk/>
            <pc:sldMk cId="1194458677" sldId="285"/>
            <ac:spMk id="2" creationId="{FDFD04A0-9D90-EE8F-259F-7FE69BDB8ACC}"/>
          </ac:spMkLst>
        </pc:spChg>
        <pc:spChg chg="del">
          <ac:chgData name="Marapelli Lakshman" userId="bbc9c61d8eb0f04b" providerId="LiveId" clId="{7567F1FD-8A17-4855-85C0-89AC78F8B21A}" dt="2026-01-02T08:15:23.556" v="578" actId="21"/>
          <ac:spMkLst>
            <pc:docMk/>
            <pc:sldMk cId="1194458677" sldId="285"/>
            <ac:spMk id="3" creationId="{89A3E0F4-E36D-9858-4B4B-BEBFC206AB07}"/>
          </ac:spMkLst>
        </pc:spChg>
        <pc:spChg chg="add mod">
          <ac:chgData name="Marapelli Lakshman" userId="bbc9c61d8eb0f04b" providerId="LiveId" clId="{7567F1FD-8A17-4855-85C0-89AC78F8B21A}" dt="2026-01-02T08:31:17.691" v="877" actId="20577"/>
          <ac:spMkLst>
            <pc:docMk/>
            <pc:sldMk cId="1194458677" sldId="285"/>
            <ac:spMk id="4" creationId="{A4BC9160-9776-F395-592C-6BBCBB3ED30B}"/>
          </ac:spMkLst>
        </pc:spChg>
      </pc:sldChg>
      <pc:sldChg chg="addSp delSp modSp new mod">
        <pc:chgData name="Marapelli Lakshman" userId="bbc9c61d8eb0f04b" providerId="LiveId" clId="{7567F1FD-8A17-4855-85C0-89AC78F8B21A}" dt="2026-01-02T08:20:50.639" v="659" actId="931"/>
        <pc:sldMkLst>
          <pc:docMk/>
          <pc:sldMk cId="1225418760" sldId="286"/>
        </pc:sldMkLst>
        <pc:spChg chg="del">
          <ac:chgData name="Marapelli Lakshman" userId="bbc9c61d8eb0f04b" providerId="LiveId" clId="{7567F1FD-8A17-4855-85C0-89AC78F8B21A}" dt="2026-01-02T08:20:36.390" v="658" actId="21"/>
          <ac:spMkLst>
            <pc:docMk/>
            <pc:sldMk cId="1225418760" sldId="286"/>
            <ac:spMk id="2" creationId="{B4346695-DBDC-6526-F6EE-434ADD8F7A83}"/>
          </ac:spMkLst>
        </pc:spChg>
        <pc:spChg chg="del">
          <ac:chgData name="Marapelli Lakshman" userId="bbc9c61d8eb0f04b" providerId="LiveId" clId="{7567F1FD-8A17-4855-85C0-89AC78F8B21A}" dt="2026-01-02T08:20:33.106" v="657" actId="21"/>
          <ac:spMkLst>
            <pc:docMk/>
            <pc:sldMk cId="1225418760" sldId="286"/>
            <ac:spMk id="3" creationId="{3F414F35-40AF-0A8D-C0D8-AF07352C4CDB}"/>
          </ac:spMkLst>
        </pc:spChg>
        <pc:picChg chg="add mod">
          <ac:chgData name="Marapelli Lakshman" userId="bbc9c61d8eb0f04b" providerId="LiveId" clId="{7567F1FD-8A17-4855-85C0-89AC78F8B21A}" dt="2026-01-02T08:20:50.639" v="659" actId="931"/>
          <ac:picMkLst>
            <pc:docMk/>
            <pc:sldMk cId="1225418760" sldId="286"/>
            <ac:picMk id="5" creationId="{596FD0B1-9074-7B92-C509-9957BC1E1039}"/>
          </ac:picMkLst>
        </pc:picChg>
      </pc:sldChg>
      <pc:sldChg chg="addSp delSp modSp new mod">
        <pc:chgData name="Marapelli Lakshman" userId="bbc9c61d8eb0f04b" providerId="LiveId" clId="{7567F1FD-8A17-4855-85C0-89AC78F8B21A}" dt="2026-01-02T08:23:46.146" v="778" actId="20577"/>
        <pc:sldMkLst>
          <pc:docMk/>
          <pc:sldMk cId="1231758788" sldId="287"/>
        </pc:sldMkLst>
        <pc:spChg chg="add del mod">
          <ac:chgData name="Marapelli Lakshman" userId="bbc9c61d8eb0f04b" providerId="LiveId" clId="{7567F1FD-8A17-4855-85C0-89AC78F8B21A}" dt="2026-01-02T08:22:07.939" v="668" actId="14100"/>
          <ac:spMkLst>
            <pc:docMk/>
            <pc:sldMk cId="1231758788" sldId="287"/>
            <ac:spMk id="2" creationId="{898AF8BB-4E7C-E9BA-A9CA-54D301E7F21A}"/>
          </ac:spMkLst>
        </pc:spChg>
        <pc:spChg chg="add del">
          <ac:chgData name="Marapelli Lakshman" userId="bbc9c61d8eb0f04b" providerId="LiveId" clId="{7567F1FD-8A17-4855-85C0-89AC78F8B21A}" dt="2026-01-02T08:22:12.233" v="669" actId="21"/>
          <ac:spMkLst>
            <pc:docMk/>
            <pc:sldMk cId="1231758788" sldId="287"/>
            <ac:spMk id="3" creationId="{212C5FDC-526E-BB92-6543-5310D08E816A}"/>
          </ac:spMkLst>
        </pc:spChg>
        <pc:spChg chg="add mod">
          <ac:chgData name="Marapelli Lakshman" userId="bbc9c61d8eb0f04b" providerId="LiveId" clId="{7567F1FD-8A17-4855-85C0-89AC78F8B21A}" dt="2026-01-02T08:23:46.146" v="778" actId="20577"/>
          <ac:spMkLst>
            <pc:docMk/>
            <pc:sldMk cId="1231758788" sldId="287"/>
            <ac:spMk id="4" creationId="{58C433A6-2741-1731-7727-1AB6A275E612}"/>
          </ac:spMkLst>
        </pc:spChg>
      </pc:sldChg>
      <pc:sldChg chg="addSp delSp modSp new mod">
        <pc:chgData name="Marapelli Lakshman" userId="bbc9c61d8eb0f04b" providerId="LiveId" clId="{7567F1FD-8A17-4855-85C0-89AC78F8B21A}" dt="2026-01-02T08:27:50.890" v="784" actId="931"/>
        <pc:sldMkLst>
          <pc:docMk/>
          <pc:sldMk cId="3974205666" sldId="288"/>
        </pc:sldMkLst>
        <pc:spChg chg="del">
          <ac:chgData name="Marapelli Lakshman" userId="bbc9c61d8eb0f04b" providerId="LiveId" clId="{7567F1FD-8A17-4855-85C0-89AC78F8B21A}" dt="2026-01-02T08:24:13.993" v="781" actId="21"/>
          <ac:spMkLst>
            <pc:docMk/>
            <pc:sldMk cId="3974205666" sldId="288"/>
            <ac:spMk id="2" creationId="{63C817A4-E57B-91CC-2F6B-8FFFB0C8D4D0}"/>
          </ac:spMkLst>
        </pc:spChg>
        <pc:spChg chg="del">
          <ac:chgData name="Marapelli Lakshman" userId="bbc9c61d8eb0f04b" providerId="LiveId" clId="{7567F1FD-8A17-4855-85C0-89AC78F8B21A}" dt="2026-01-02T08:24:11.063" v="780" actId="21"/>
          <ac:spMkLst>
            <pc:docMk/>
            <pc:sldMk cId="3974205666" sldId="288"/>
            <ac:spMk id="3" creationId="{78DB396A-5F7A-CBC0-68F4-700E6C73EE6B}"/>
          </ac:spMkLst>
        </pc:spChg>
        <pc:picChg chg="add del mod">
          <ac:chgData name="Marapelli Lakshman" userId="bbc9c61d8eb0f04b" providerId="LiveId" clId="{7567F1FD-8A17-4855-85C0-89AC78F8B21A}" dt="2026-01-02T08:25:56.430" v="783" actId="478"/>
          <ac:picMkLst>
            <pc:docMk/>
            <pc:sldMk cId="3974205666" sldId="288"/>
            <ac:picMk id="5" creationId="{F44B1B17-30B8-DA0D-6691-08F1A440F5E7}"/>
          </ac:picMkLst>
        </pc:picChg>
        <pc:picChg chg="add mod">
          <ac:chgData name="Marapelli Lakshman" userId="bbc9c61d8eb0f04b" providerId="LiveId" clId="{7567F1FD-8A17-4855-85C0-89AC78F8B21A}" dt="2026-01-02T08:27:50.890" v="784" actId="931"/>
          <ac:picMkLst>
            <pc:docMk/>
            <pc:sldMk cId="3974205666" sldId="288"/>
            <ac:picMk id="7" creationId="{ADF7A848-DFD5-0DCA-8A86-997D1BD54400}"/>
          </ac:picMkLst>
        </pc:picChg>
      </pc:sldChg>
      <pc:sldChg chg="addSp delSp modSp new mod">
        <pc:chgData name="Marapelli Lakshman" userId="bbc9c61d8eb0f04b" providerId="LiveId" clId="{7567F1FD-8A17-4855-85C0-89AC78F8B21A}" dt="2026-01-02T08:30:49.207" v="868" actId="20577"/>
        <pc:sldMkLst>
          <pc:docMk/>
          <pc:sldMk cId="5591821" sldId="289"/>
        </pc:sldMkLst>
        <pc:spChg chg="mod">
          <ac:chgData name="Marapelli Lakshman" userId="bbc9c61d8eb0f04b" providerId="LiveId" clId="{7567F1FD-8A17-4855-85C0-89AC78F8B21A}" dt="2026-01-02T08:29:14.814" v="790" actId="14100"/>
          <ac:spMkLst>
            <pc:docMk/>
            <pc:sldMk cId="5591821" sldId="289"/>
            <ac:spMk id="2" creationId="{A56CB355-DC32-99B5-065B-A3FE7A2F053B}"/>
          </ac:spMkLst>
        </pc:spChg>
        <pc:spChg chg="del">
          <ac:chgData name="Marapelli Lakshman" userId="bbc9c61d8eb0f04b" providerId="LiveId" clId="{7567F1FD-8A17-4855-85C0-89AC78F8B21A}" dt="2026-01-02T08:28:49.111" v="786" actId="21"/>
          <ac:spMkLst>
            <pc:docMk/>
            <pc:sldMk cId="5591821" sldId="289"/>
            <ac:spMk id="3" creationId="{E58A87DA-A8AB-F87B-0EB1-957715EE0C0E}"/>
          </ac:spMkLst>
        </pc:spChg>
        <pc:spChg chg="add mod">
          <ac:chgData name="Marapelli Lakshman" userId="bbc9c61d8eb0f04b" providerId="LiveId" clId="{7567F1FD-8A17-4855-85C0-89AC78F8B21A}" dt="2026-01-02T08:30:49.207" v="868" actId="20577"/>
          <ac:spMkLst>
            <pc:docMk/>
            <pc:sldMk cId="5591821" sldId="289"/>
            <ac:spMk id="4" creationId="{C9CD4BE4-D0B4-86BE-2E6C-DA2A5591AC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BDAED5-2EAD-43CD-7F4C-115030B2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F75F52A-2758-4EC0-5B8D-5F2CA7167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D0A36D4-237C-5C14-2D5D-BC0409850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7739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0ED4A4-AF93-FA88-22E0-5423BF80A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DC1D8AD-6AE7-5411-5E63-02E862FEE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4A922A88-0C45-A6D8-618E-D8E21673F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9812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adeshyogi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inkedin.com/in/saisharath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130015" y="3066152"/>
            <a:ext cx="8508488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br>
              <a:rPr lang="en-IN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dirty="0">
                <a:solidFill>
                  <a:srgbClr val="FF0000"/>
                </a:solidFill>
              </a:rPr>
              <a:t>G</a:t>
            </a:r>
            <a:r>
              <a:rPr lang="en-US" sz="4000" b="1" dirty="0"/>
              <a:t>lobal </a:t>
            </a:r>
            <a:r>
              <a:rPr lang="en-US" sz="4000" b="1" dirty="0">
                <a:solidFill>
                  <a:srgbClr val="FF0000"/>
                </a:solidFill>
              </a:rPr>
              <a:t>E</a:t>
            </a:r>
            <a:r>
              <a:rPr lang="en-US" sz="4000" b="1" dirty="0"/>
              <a:t>V </a:t>
            </a:r>
            <a:r>
              <a:rPr lang="en-US" sz="4000" b="1" dirty="0">
                <a:solidFill>
                  <a:srgbClr val="FF0000"/>
                </a:solidFill>
              </a:rPr>
              <a:t>S</a:t>
            </a:r>
            <a:r>
              <a:rPr lang="en-US" sz="4000" b="1" dirty="0"/>
              <a:t>ales 2010 - 2035 </a:t>
            </a:r>
            <a:endParaRPr sz="40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9D407-0B24-7947-F296-ABC3324B7AB0}"/>
              </a:ext>
            </a:extLst>
          </p:cNvPr>
          <p:cNvSpPr txBox="1"/>
          <p:nvPr/>
        </p:nvSpPr>
        <p:spPr>
          <a:xfrm>
            <a:off x="8205353" y="5387793"/>
            <a:ext cx="33701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IN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resented By:</a:t>
            </a:r>
          </a:p>
          <a:p>
            <a:r>
              <a:rPr lang="en-IN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Yogi </a:t>
            </a:r>
            <a:r>
              <a:rPr lang="en-IN" sz="20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Aadeshkumar</a:t>
            </a:r>
            <a:endParaRPr lang="en-IN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Batch No: 450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780947" y="1040902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 me</a:t>
            </a:r>
            <a:endParaRPr sz="18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54;p2">
            <a:extLst>
              <a:ext uri="{FF2B5EF4-FFF2-40B4-BE49-F238E27FC236}">
                <a16:creationId xmlns:a16="http://schemas.microsoft.com/office/drawing/2014/main" id="{8DE42A20-5FD3-45BD-A934-D3A148BD8A31}"/>
              </a:ext>
            </a:extLst>
          </p:cNvPr>
          <p:cNvSpPr txBox="1"/>
          <p:nvPr/>
        </p:nvSpPr>
        <p:spPr>
          <a:xfrm>
            <a:off x="780947" y="1969626"/>
            <a:ext cx="10124055" cy="291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35280" indent="-277495">
              <a:buSzPts val="2400"/>
              <a:buFont typeface="Arial"/>
              <a:buChar char="•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My name is Yogi </a:t>
            </a:r>
            <a:r>
              <a:rPr lang="en-US" sz="2400" b="1" dirty="0" err="1">
                <a:latin typeface="Calibri"/>
                <a:ea typeface="Calibri"/>
                <a:cs typeface="Calibri"/>
                <a:sym typeface="Calibri"/>
              </a:rPr>
              <a:t>Aadeshkumar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. I have completed my </a:t>
            </a:r>
            <a:r>
              <a:rPr lang="en-US" sz="2400" b="1" dirty="0" err="1"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 in Information Technology from Silver Oak University, Ahmedabad (2021-2025).</a:t>
            </a:r>
            <a:endParaRPr lang="en-US" dirty="0"/>
          </a:p>
          <a:p>
            <a:pPr marL="57785" lvl="0" indent="0" algn="l" rtl="0">
              <a:spcBef>
                <a:spcPts val="100"/>
              </a:spcBef>
              <a:spcAft>
                <a:spcPts val="0"/>
              </a:spcAft>
              <a:buNone/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L="335280" indent="-322580">
              <a:buSzPts val="2400"/>
              <a:buFont typeface="Calibri"/>
              <a:buChar char="•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I want to learn Data Science </a:t>
            </a:r>
            <a:r>
              <a:rPr lang="en-US" sz="2200" b="1" dirty="0"/>
              <a:t>because I enjoy finding useful insights from data to help make better decisions. I also like working with numbers and tools to uncover patterns that solve real-world problems.</a:t>
            </a:r>
          </a:p>
          <a:p>
            <a:pPr marL="335280" lvl="0" indent="-322580">
              <a:buSzPts val="2400"/>
              <a:buFont typeface="Calibri"/>
              <a:buChar char="•"/>
            </a:pPr>
            <a:endParaRPr lang="en-US" sz="2400" b="1" dirty="0">
              <a:latin typeface="Calibri"/>
              <a:ea typeface="Calibri"/>
              <a:cs typeface="Calibri"/>
              <a:sym typeface="Calibri"/>
            </a:endParaRPr>
          </a:p>
          <a:p>
            <a:pPr marL="335280" lvl="0" indent="-3225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LinkedIn profile :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  <a:hlinkClick r:id="rId3"/>
              </a:rPr>
              <a:t>LinkedIn</a:t>
            </a:r>
            <a:endParaRPr lang="en-US" sz="2400" b="1" dirty="0">
              <a:latin typeface="Calibri"/>
              <a:ea typeface="Calibri"/>
              <a:cs typeface="Calibri"/>
              <a:sym typeface="Calibri"/>
              <a:hlinkClick r:id="rId4" action="ppaction://hlinkfi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0894-F622-3CA9-4F1D-BF02F420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6205-7388-4B39-4032-77004146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19" y="296882"/>
            <a:ext cx="10515600" cy="892821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Agenda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A2741-F22F-AD09-A859-82B84FC1D3C2}"/>
              </a:ext>
            </a:extLst>
          </p:cNvPr>
          <p:cNvSpPr txBox="1"/>
          <p:nvPr/>
        </p:nvSpPr>
        <p:spPr>
          <a:xfrm>
            <a:off x="312644" y="1106881"/>
            <a:ext cx="108337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US" sz="2800" b="0" i="0" dirty="0">
              <a:solidFill>
                <a:srgbClr val="37415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251583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362F226-1005-4CC3-90E5-1564A235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0;p4">
            <a:extLst>
              <a:ext uri="{FF2B5EF4-FFF2-40B4-BE49-F238E27FC236}">
                <a16:creationId xmlns:a16="http://schemas.microsoft.com/office/drawing/2014/main" id="{4BCB02E2-DE8C-6780-948A-042D5109D3C3}"/>
              </a:ext>
            </a:extLst>
          </p:cNvPr>
          <p:cNvSpPr txBox="1">
            <a:spLocks/>
          </p:cNvSpPr>
          <p:nvPr/>
        </p:nvSpPr>
        <p:spPr>
          <a:xfrm>
            <a:off x="312644" y="390563"/>
            <a:ext cx="10515600" cy="480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3A413-3D0A-4916-F229-22C4F5D1A067}"/>
              </a:ext>
            </a:extLst>
          </p:cNvPr>
          <p:cNvSpPr txBox="1"/>
          <p:nvPr/>
        </p:nvSpPr>
        <p:spPr>
          <a:xfrm>
            <a:off x="587439" y="870830"/>
            <a:ext cx="11291917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The global electric vehicle (EV) market is growing rapidly, but this growth is uneven across regions, technologies, and time periods, making it difficult to identify key markets and trends.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b="1" dirty="0"/>
          </a:p>
          <a:p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endParaRPr lang="en-US" sz="3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Uneven EV growth makes data hard to understand, which creates problems for governments and businesses in planning policies, investments, and charging infrastructure.</a:t>
            </a:r>
            <a:endParaRPr lang="en-US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1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E4A8-80D8-EDD0-69F0-D6A02988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764" y="50652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EA875F-86D5-4C2E-9097-F8BF038B2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7764" y="1553181"/>
            <a:ext cx="10816471" cy="2959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b="1" i="1" dirty="0">
              <a:latin typeface="+mj-lt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i="1" dirty="0">
                <a:latin typeface="+mj-lt"/>
              </a:rPr>
              <a:t>Comparing EV adoption across vehicle types like cars, buses, two-wheelers, and trucks in different countries and regions</a:t>
            </a:r>
          </a:p>
          <a:p>
            <a:pPr marL="114300" indent="0" algn="l">
              <a:buNone/>
            </a:pPr>
            <a:endParaRPr lang="en-US" sz="2000" b="1" i="1" dirty="0">
              <a:latin typeface="+mj-lt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i="1" dirty="0">
                <a:latin typeface="+mj-lt"/>
                <a:cs typeface="Times New Roman" panose="02020603050405020304" pitchFamily="18" charset="0"/>
              </a:rPr>
              <a:t>   Evaluating </a:t>
            </a:r>
            <a:r>
              <a:rPr lang="en-US" sz="2000" b="1" dirty="0">
                <a:latin typeface="+mj-lt"/>
                <a:cs typeface="Times New Roman" panose="02020603050405020304" pitchFamily="18" charset="0"/>
              </a:rPr>
              <a:t>powertrain technologies (BEV, PHEV, FCEV) and their adoption over time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000" b="1" dirty="0">
              <a:latin typeface="+mj-lt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i="1" dirty="0">
                <a:latin typeface="+mj-lt"/>
                <a:cs typeface="Times New Roman" panose="02020603050405020304" pitchFamily="18" charset="0"/>
              </a:rPr>
              <a:t>   Understanding</a:t>
            </a:r>
            <a:r>
              <a:rPr lang="en-US" sz="2000" b="1" dirty="0">
                <a:latin typeface="+mj-lt"/>
                <a:cs typeface="Times New Roman" panose="02020603050405020304" pitchFamily="18" charset="0"/>
              </a:rPr>
              <a:t> sales, stock, and energy consumption trends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000" b="1" dirty="0">
              <a:latin typeface="+mj-lt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b="1" i="1" dirty="0">
                <a:latin typeface="+mj-lt"/>
                <a:cs typeface="Times New Roman" panose="02020603050405020304" pitchFamily="18" charset="0"/>
              </a:rPr>
              <a:t>   Highlighting</a:t>
            </a:r>
            <a:r>
              <a:rPr lang="en-US" sz="2000" b="1" dirty="0">
                <a:latin typeface="+mj-lt"/>
                <a:cs typeface="Times New Roman" panose="02020603050405020304" pitchFamily="18" charset="0"/>
              </a:rPr>
              <a:t> key years of growth, peak adoption, and technology shifts</a:t>
            </a:r>
          </a:p>
        </p:txBody>
      </p:sp>
    </p:spTree>
    <p:extLst>
      <p:ext uri="{BB962C8B-B14F-4D97-AF65-F5344CB8AC3E}">
        <p14:creationId xmlns:p14="http://schemas.microsoft.com/office/powerpoint/2010/main" val="53452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D572-E146-15CF-D6FF-A66936CC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6"/>
            <a:ext cx="10515600" cy="69809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Dataset Overview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64D857E-E150-AAB9-427C-01E098B90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802" y="928768"/>
            <a:ext cx="10884248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Dataset Structure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solidFill>
                  <a:schemeClr val="tx1"/>
                </a:solidFill>
                <a:latin typeface="Google Sans"/>
              </a:rPr>
              <a:t>8   </a:t>
            </a:r>
            <a:r>
              <a:rPr lang="en-US" altLang="en-US" sz="2000" b="1" i="1" dirty="0">
                <a:solidFill>
                  <a:schemeClr val="tx1"/>
                </a:solidFill>
                <a:latin typeface="Google Sans"/>
              </a:rPr>
              <a:t>Columns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10,450</a:t>
            </a:r>
            <a:r>
              <a:rPr lang="en-US" altLang="en-US" sz="2000" b="1" dirty="0">
                <a:solidFill>
                  <a:schemeClr val="tx1"/>
                </a:solidFill>
                <a:latin typeface="Google Sans"/>
              </a:rPr>
              <a:t>    </a:t>
            </a:r>
            <a:r>
              <a:rPr lang="en-US" altLang="en-US" sz="2000" b="1" i="1" dirty="0">
                <a:solidFill>
                  <a:schemeClr val="tx1"/>
                </a:solidFill>
                <a:latin typeface="Google Sans"/>
              </a:rPr>
              <a:t>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7A83B-5E05-C162-3359-DE1E422E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2" y="2162646"/>
            <a:ext cx="11410894" cy="38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64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78BC-AC3E-2AC4-64DB-F764700D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519" y="630423"/>
            <a:ext cx="10515600" cy="785249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CCAA9-13B8-6A25-DAE3-79EBFB02F6A5}"/>
              </a:ext>
            </a:extLst>
          </p:cNvPr>
          <p:cNvSpPr txBox="1"/>
          <p:nvPr/>
        </p:nvSpPr>
        <p:spPr>
          <a:xfrm>
            <a:off x="1027517" y="4549214"/>
            <a:ext cx="83034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1" dirty="0"/>
              <a:t>Creation of Analytical Measures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DAX measures for EV stock, EV sales, energy use, cumulative values, and year-over-year comparison.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measures instead of columns to allow dynamic analysis across year, region, category, and powertrain filters.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D9A9A-6BDE-1F22-7144-A4CD5FFC76AF}"/>
              </a:ext>
            </a:extLst>
          </p:cNvPr>
          <p:cNvSpPr txBox="1"/>
          <p:nvPr/>
        </p:nvSpPr>
        <p:spPr>
          <a:xfrm>
            <a:off x="1027518" y="1727553"/>
            <a:ext cx="8114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1" dirty="0"/>
              <a:t>Data Ingestion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the IEA Global EV Data from a CSV file into Power BI using Power Query.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helped in cleaning, transforming, and checking the data before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AA0E2-0237-E127-78CD-0F01D24B8D08}"/>
              </a:ext>
            </a:extLst>
          </p:cNvPr>
          <p:cNvSpPr txBox="1"/>
          <p:nvPr/>
        </p:nvSpPr>
        <p:spPr>
          <a:xfrm>
            <a:off x="1027518" y="2747038"/>
            <a:ext cx="8114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1" dirty="0"/>
              <a:t>Data Type Standardization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Standardized column data types (e.g., </a:t>
            </a:r>
            <a:r>
              <a:rPr lang="en-US" sz="1600" dirty="0">
                <a:latin typeface="Courier New" panose="02070309020205020404" pitchFamily="49" charset="0"/>
              </a:rPr>
              <a:t>year</a:t>
            </a:r>
            <a:r>
              <a:rPr lang="en-US" sz="1600" dirty="0"/>
              <a:t> as Whole Number, </a:t>
            </a:r>
            <a:r>
              <a:rPr lang="en-US" sz="1600" dirty="0">
                <a:latin typeface="Courier New" panose="02070309020205020404" pitchFamily="49" charset="0"/>
              </a:rPr>
              <a:t>value</a:t>
            </a:r>
            <a:r>
              <a:rPr lang="en-US" sz="1600" dirty="0"/>
              <a:t> as Decimal, categorical fields as Text).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2053D8-4D00-02CB-11A0-D3278CC00BD1}"/>
              </a:ext>
            </a:extLst>
          </p:cNvPr>
          <p:cNvSpPr txBox="1"/>
          <p:nvPr/>
        </p:nvSpPr>
        <p:spPr>
          <a:xfrm rot="10800000" flipV="1">
            <a:off x="1027518" y="3894347"/>
            <a:ext cx="6749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1" dirty="0"/>
              <a:t>Removal of “World” from the Region Column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5402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351C-A8CA-8A39-6BBB-F044118F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012" y="98323"/>
            <a:ext cx="10515600" cy="25307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Dashboard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F2EC9-6ABE-5CCB-2CCC-56D66A6B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249" y="5937613"/>
            <a:ext cx="1074513" cy="1219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F9FB5D-E73D-4304-81A8-45EAD709E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79"/>
            <a:ext cx="12192000" cy="683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6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3B6B04-9940-4E4E-94BF-209A4FAD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19"/>
            <a:ext cx="12192000" cy="681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11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E5E18F-5A55-41FE-ADB7-9F13D7DF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2"/>
            <a:ext cx="12192000" cy="68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41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AD80C6-D5D2-4C3C-BE97-F0AF153B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4"/>
            <a:ext cx="12192000" cy="685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05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3B305-494C-48F6-B464-5094B73D3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078" y="1170463"/>
            <a:ext cx="10515600" cy="531046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FF0000"/>
                </a:solidFill>
                <a:effectLst/>
                <a:latin typeface="+mj-lt"/>
              </a:rPr>
              <a:t>Regional &amp; Category Trends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China has the highest EV adoption, showing strong overall EV growth across regions.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FF0000"/>
                </a:solidFill>
                <a:latin typeface="+mj-lt"/>
              </a:rPr>
              <a:t>Powertrain &amp; Mode Insights :</a:t>
            </a:r>
          </a:p>
          <a:p>
            <a:r>
              <a:rPr lang="en-US" sz="1600" dirty="0">
                <a:latin typeface="+mj-lt"/>
              </a:rPr>
              <a:t>BEVs are the most common EVs, mainly used in cars, while vans are growing steadily in light commercial use.</a:t>
            </a:r>
          </a:p>
          <a:p>
            <a:pPr marL="114300" indent="0">
              <a:buNone/>
            </a:pPr>
            <a:endParaRPr lang="en-US" sz="1600" b="1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FF0000"/>
                </a:solidFill>
                <a:latin typeface="+mj-lt"/>
              </a:rPr>
              <a:t>Parameter &amp; Unit Analysis :</a:t>
            </a:r>
          </a:p>
          <a:p>
            <a:r>
              <a:rPr lang="en-US" sz="1600" dirty="0">
                <a:latin typeface="+mj-lt"/>
              </a:rPr>
              <a:t>EV sales and stock grow along with higher electricity use and more charging stations, showing the need for strong charging infrastructure.</a:t>
            </a:r>
          </a:p>
          <a:p>
            <a:endParaRPr lang="en-US" sz="1600" b="1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rgbClr val="FF0000"/>
                </a:solidFill>
                <a:latin typeface="+mj-lt"/>
              </a:rPr>
              <a:t>Time Series &amp; Comparative Analysis :</a:t>
            </a:r>
          </a:p>
          <a:p>
            <a:r>
              <a:rPr lang="en-US" sz="1600" dirty="0">
                <a:latin typeface="+mj-lt"/>
              </a:rPr>
              <a:t>EV adoption grows slowly at first but increases rapidly after 2020, led mainly by China and Europe, reflecting the impact of strong policies, lower costs, and better technology.</a:t>
            </a:r>
            <a:endParaRPr lang="en-IN" sz="16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60C85-0306-4A76-BE92-E4C77569D8DD}"/>
              </a:ext>
            </a:extLst>
          </p:cNvPr>
          <p:cNvSpPr txBox="1"/>
          <p:nvPr/>
        </p:nvSpPr>
        <p:spPr>
          <a:xfrm flipH="1">
            <a:off x="725078" y="518474"/>
            <a:ext cx="702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382538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4505908-BED5-8494-C718-F3AE1244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210BF-C011-3318-104A-73848D284C28}"/>
              </a:ext>
            </a:extLst>
          </p:cNvPr>
          <p:cNvSpPr txBox="1"/>
          <p:nvPr/>
        </p:nvSpPr>
        <p:spPr>
          <a:xfrm>
            <a:off x="580104" y="3943472"/>
            <a:ext cx="100941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Governments should give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incentives and more charging stations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EV use is low.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and infrastructure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needed to improve EV technologies other than BEVs.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and stable policies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help EVs grow faster, especially in developing countries.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03DD5AB-EFF5-BB62-A441-D42A42897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9" y="3259722"/>
            <a:ext cx="102943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CB6C773-D1AA-4942-B417-C7087070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4" y="511931"/>
            <a:ext cx="10054667" cy="57636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Conclusion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BE59A67-DACB-4A1C-A7D1-A76AC19A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4" y="1500086"/>
            <a:ext cx="10477537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China and BEVs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will drive most of the global EV growth.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Passenger cars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will lead EV adoption,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will grow fast in the commercial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b="1" dirty="0"/>
              <a:t>EV plans should change by region</a:t>
            </a:r>
            <a:r>
              <a:rPr lang="en-US" sz="1600" dirty="0"/>
              <a:t>: the US and China should focus mainly on BEVs.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00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66432C-7ED4-46F1-A9B1-34A6BA20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263" y="311085"/>
            <a:ext cx="7726052" cy="551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9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558</Words>
  <Application>Microsoft Office PowerPoint</Application>
  <PresentationFormat>Widescreen</PresentationFormat>
  <Paragraphs>78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Google Sans</vt:lpstr>
      <vt:lpstr>Lato Black</vt:lpstr>
      <vt:lpstr>Libre Baskerville</vt:lpstr>
      <vt:lpstr>Wingdings</vt:lpstr>
      <vt:lpstr>Office Theme</vt:lpstr>
      <vt:lpstr>PowerPoint Presentation</vt:lpstr>
      <vt:lpstr>PowerPoint Presentation</vt:lpstr>
      <vt:lpstr>Agenda</vt:lpstr>
      <vt:lpstr>PowerPoint Presentation</vt:lpstr>
      <vt:lpstr>Objective</vt:lpstr>
      <vt:lpstr>Dataset Overview</vt:lpstr>
      <vt:lpstr>Data preprocessing</vt:lpstr>
      <vt:lpstr>Dashboard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Aadesh Yogi</cp:lastModifiedBy>
  <cp:revision>108</cp:revision>
  <dcterms:created xsi:type="dcterms:W3CDTF">2021-02-16T05:19:01Z</dcterms:created>
  <dcterms:modified xsi:type="dcterms:W3CDTF">2026-01-06T09:53:21Z</dcterms:modified>
</cp:coreProperties>
</file>